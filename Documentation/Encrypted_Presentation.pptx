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8E8DA-0305-FC36-DF29-D8AA40589F51}" v="23" dt="2026-03-23T15:56:51.379"/>
    <p1510:client id="{922F8742-3F5C-D775-8961-201474F0EE50}" v="289" dt="2026-03-23T16:39:25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6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1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7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8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69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0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98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4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921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50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3476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901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517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1082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12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1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069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DC946-3BB9-CDA2-AE55-4886C7A3CEC0}"/>
              </a:ext>
            </a:extLst>
          </p:cNvPr>
          <p:cNvSpPr txBox="1"/>
          <p:nvPr/>
        </p:nvSpPr>
        <p:spPr>
          <a:xfrm>
            <a:off x="6350760" y="3546551"/>
            <a:ext cx="5760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printura Demo" pitchFamily="50" charset="0"/>
                <a:ea typeface="Calibri"/>
                <a:cs typeface="Calibri"/>
              </a:rPr>
              <a:t>Encrypted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AEB89-EE21-4997-851B-966EC3CA2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907" y="1365715"/>
            <a:ext cx="4207938" cy="412656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D470F-795A-49CB-8584-826658A62F11}"/>
              </a:ext>
            </a:extLst>
          </p:cNvPr>
          <p:cNvSpPr txBox="1"/>
          <p:nvPr/>
        </p:nvSpPr>
        <p:spPr>
          <a:xfrm>
            <a:off x="7439835" y="2480453"/>
            <a:ext cx="3137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DFB-BC03-E810-7469-F23AF5F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90024-5A54-1070-6436-A2D32E37B66C}"/>
              </a:ext>
            </a:extLst>
          </p:cNvPr>
          <p:cNvSpPr txBox="1"/>
          <p:nvPr/>
        </p:nvSpPr>
        <p:spPr>
          <a:xfrm>
            <a:off x="3462722" y="531656"/>
            <a:ext cx="5266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printura Demo" pitchFamily="50" charset="0"/>
                <a:ea typeface="Calibri"/>
                <a:cs typeface="Calibri"/>
              </a:rPr>
              <a:t>Our</a:t>
            </a:r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 team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4A2AE9-3CE6-0C98-75FD-CDA387D7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435" y="2369238"/>
            <a:ext cx="2161945" cy="20938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D0ACF5-36E6-EBC5-07E4-238499D947AD}"/>
              </a:ext>
            </a:extLst>
          </p:cNvPr>
          <p:cNvSpPr txBox="1"/>
          <p:nvPr/>
        </p:nvSpPr>
        <p:spPr>
          <a:xfrm>
            <a:off x="1668293" y="4714153"/>
            <a:ext cx="210689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printura Demo" pitchFamily="50" charset="0"/>
              </a:rPr>
              <a:t>Maksim </a:t>
            </a:r>
            <a:r>
              <a:rPr lang="en-US" sz="2000" dirty="0" err="1">
                <a:solidFill>
                  <a:schemeClr val="bg1"/>
                </a:solidFill>
                <a:latin typeface="Sprintura Demo" pitchFamily="50" charset="0"/>
              </a:rPr>
              <a:t>Iliev</a:t>
            </a:r>
            <a:r>
              <a:rPr lang="en-US" sz="2000" dirty="0">
                <a:solidFill>
                  <a:schemeClr val="bg1"/>
                </a:solidFill>
                <a:latin typeface="Sprintura Demo" pitchFamily="50" charset="0"/>
              </a:rPr>
              <a:t> 9V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1BEEB-0087-3151-01F1-AAEDDF5AFEAA}"/>
              </a:ext>
            </a:extLst>
          </p:cNvPr>
          <p:cNvSpPr txBox="1"/>
          <p:nvPr/>
        </p:nvSpPr>
        <p:spPr>
          <a:xfrm>
            <a:off x="4710981" y="4790994"/>
            <a:ext cx="225343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printura Demo" pitchFamily="50" charset="0"/>
              </a:rPr>
              <a:t>Iliyan Iliev 9V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ADF4A-C612-CB9A-7DCB-C9E07E11E20E}"/>
              </a:ext>
            </a:extLst>
          </p:cNvPr>
          <p:cNvSpPr txBox="1"/>
          <p:nvPr/>
        </p:nvSpPr>
        <p:spPr>
          <a:xfrm>
            <a:off x="8012090" y="4790994"/>
            <a:ext cx="26246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Sprintura Demo" pitchFamily="50" charset="0"/>
              </a:rPr>
              <a:t>Dimitar</a:t>
            </a:r>
            <a:r>
              <a:rPr lang="en-US" sz="2000" dirty="0">
                <a:solidFill>
                  <a:schemeClr val="bg1"/>
                </a:solidFill>
                <a:latin typeface="Sprintura Demo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printura Demo" pitchFamily="50" charset="0"/>
              </a:rPr>
              <a:t>Yanakiev</a:t>
            </a:r>
            <a:r>
              <a:rPr lang="en-US" sz="2000" dirty="0">
                <a:solidFill>
                  <a:schemeClr val="bg1"/>
                </a:solidFill>
                <a:latin typeface="Sprintura Demo" pitchFamily="50" charset="0"/>
              </a:rPr>
              <a:t> 9V</a:t>
            </a:r>
          </a:p>
        </p:txBody>
      </p:sp>
      <p:pic>
        <p:nvPicPr>
          <p:cNvPr id="4" name="Picture 3" descr="A person in a white shirt&#10;&#10;AI-generated content may be incorrect.">
            <a:extLst>
              <a:ext uri="{FF2B5EF4-FFF2-40B4-BE49-F238E27FC236}">
                <a16:creationId xmlns:a16="http://schemas.microsoft.com/office/drawing/2014/main" id="{BFFDD190-CB94-202B-2525-467E5A86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45" y="2264385"/>
            <a:ext cx="2161946" cy="219866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476A8-BE52-4EC3-9127-F95D0D8FA9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705" y="2289428"/>
            <a:ext cx="2253436" cy="225343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77025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DD09-C7CE-170C-A5B3-0D3AF947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27365-DC0E-0FE7-D63D-0FFE8B892C57}"/>
              </a:ext>
            </a:extLst>
          </p:cNvPr>
          <p:cNvSpPr txBox="1"/>
          <p:nvPr/>
        </p:nvSpPr>
        <p:spPr>
          <a:xfrm>
            <a:off x="1638698" y="486275"/>
            <a:ext cx="89146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Used technologies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1DE1A-6E10-A2C3-5174-DEEE7A75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71" y="1712104"/>
            <a:ext cx="2180167" cy="2116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36681-FEDA-4FD1-210A-47A26DB6B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29" y="1775311"/>
            <a:ext cx="2148418" cy="2116667"/>
          </a:xfrm>
          <a:prstGeom prst="rect">
            <a:avLst/>
          </a:prstGeom>
        </p:spPr>
      </p:pic>
      <p:pic>
        <p:nvPicPr>
          <p:cNvPr id="10" name="Picture 9" descr="A blue square with white letter on it&#10;&#10;AI-generated content may be incorrect.">
            <a:extLst>
              <a:ext uri="{FF2B5EF4-FFF2-40B4-BE49-F238E27FC236}">
                <a16:creationId xmlns:a16="http://schemas.microsoft.com/office/drawing/2014/main" id="{3415590F-9208-EAEA-FA28-0F5118323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71" y="4307416"/>
            <a:ext cx="2012426" cy="1873251"/>
          </a:xfrm>
          <a:prstGeom prst="rect">
            <a:avLst/>
          </a:prstGeom>
        </p:spPr>
      </p:pic>
      <p:pic>
        <p:nvPicPr>
          <p:cNvPr id="11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206CD8-8D4C-C711-C5AA-F3FE50EDB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1" y="4265082"/>
            <a:ext cx="2029884" cy="1971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41FDC-8BCD-98B6-1348-EC3775873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538" y="4053418"/>
            <a:ext cx="3735917" cy="21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8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F3AF6-5D5A-4C6D-AC83-58B53578D536}"/>
              </a:ext>
            </a:extLst>
          </p:cNvPr>
          <p:cNvSpPr txBox="1"/>
          <p:nvPr/>
        </p:nvSpPr>
        <p:spPr>
          <a:xfrm>
            <a:off x="2339787" y="717177"/>
            <a:ext cx="9206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Used Languages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53FC7-8BA3-4E2A-81EA-101C7653F7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35" y="2501153"/>
            <a:ext cx="2024165" cy="2858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7197F3-94CC-438C-9E00-F47A86E4D2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30" y="2369168"/>
            <a:ext cx="4753347" cy="2990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1C7591-B791-4E80-B26E-6FAC97330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101" y="2501154"/>
            <a:ext cx="2990064" cy="299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E7CF-C48F-2780-05CC-98268948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09DDE-24D2-D425-35A2-5470F1A62644}"/>
              </a:ext>
            </a:extLst>
          </p:cNvPr>
          <p:cNvSpPr txBox="1"/>
          <p:nvPr/>
        </p:nvSpPr>
        <p:spPr>
          <a:xfrm>
            <a:off x="3616761" y="586939"/>
            <a:ext cx="46178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Our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D336-AA47-D966-2144-2A67C39841FD}"/>
              </a:ext>
            </a:extLst>
          </p:cNvPr>
          <p:cNvSpPr txBox="1"/>
          <p:nvPr/>
        </p:nvSpPr>
        <p:spPr>
          <a:xfrm>
            <a:off x="839911" y="2444169"/>
            <a:ext cx="508576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dirty="0">
                <a:solidFill>
                  <a:schemeClr val="bg1"/>
                </a:solidFill>
                <a:latin typeface="Sprintura Demo" pitchFamily="50" charset="0"/>
              </a:rPr>
              <a:t>Create a working maze solver</a:t>
            </a:r>
          </a:p>
          <a:p>
            <a:endParaRPr lang="en-US" sz="2400" dirty="0">
              <a:solidFill>
                <a:schemeClr val="bg1"/>
              </a:solidFill>
              <a:latin typeface="Comic Sans MS"/>
            </a:endParaRPr>
          </a:p>
          <a:p>
            <a:pPr>
              <a:buFont typeface="Calibri"/>
            </a:pPr>
            <a:endParaRPr lang="en-US" sz="2400" dirty="0">
              <a:solidFill>
                <a:schemeClr val="bg1"/>
              </a:solidFill>
              <a:latin typeface="Comic Sans MS"/>
            </a:endParaRPr>
          </a:p>
          <a:p>
            <a:pPr marL="342900" indent="-342900">
              <a:buFont typeface="Calibri"/>
              <a:buChar char="-"/>
            </a:pPr>
            <a:r>
              <a:rPr lang="en-US" sz="2400" dirty="0">
                <a:solidFill>
                  <a:schemeClr val="bg1"/>
                </a:solidFill>
                <a:latin typeface="Sprintura Demo" pitchFamily="50" charset="0"/>
              </a:rPr>
              <a:t>Write organized code</a:t>
            </a: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A628C-E4DE-D3B0-F7E6-5A888561AD4E}"/>
              </a:ext>
            </a:extLst>
          </p:cNvPr>
          <p:cNvSpPr txBox="1"/>
          <p:nvPr/>
        </p:nvSpPr>
        <p:spPr>
          <a:xfrm>
            <a:off x="6619024" y="2301932"/>
            <a:ext cx="51695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,Sans-Serif"/>
              <a:buChar char="-"/>
            </a:pPr>
            <a:r>
              <a:rPr lang="en-US" sz="2400" dirty="0">
                <a:solidFill>
                  <a:schemeClr val="bg1"/>
                </a:solidFill>
                <a:latin typeface="Sprintura Demo" pitchFamily="50" charset="0"/>
              </a:rPr>
              <a:t>Create a simple interface for users</a:t>
            </a:r>
          </a:p>
          <a:p>
            <a:endParaRPr lang="en-US" sz="2400" dirty="0">
              <a:latin typeface="Comic Sans MS"/>
            </a:endParaRPr>
          </a:p>
          <a:p>
            <a:pPr>
              <a:buFont typeface="Calibri,Sans-Serif"/>
            </a:pPr>
            <a:endParaRPr lang="en-US" sz="2400" dirty="0">
              <a:solidFill>
                <a:srgbClr val="FFFFFF"/>
              </a:solidFill>
              <a:latin typeface="Comic Sans MS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400" dirty="0" err="1">
                <a:solidFill>
                  <a:schemeClr val="bg1"/>
                </a:solidFill>
                <a:latin typeface="Sprintura Demo" pitchFamily="50" charset="0"/>
              </a:rPr>
              <a:t>Practi</a:t>
            </a:r>
            <a:r>
              <a:rPr lang="en-US" sz="2400" dirty="0">
                <a:solidFill>
                  <a:schemeClr val="bg1"/>
                </a:solidFill>
                <a:latin typeface="Sprintura Demo" pitchFamily="50" charset="0"/>
              </a:rPr>
              <a:t>ce teamwork</a:t>
            </a:r>
          </a:p>
        </p:txBody>
      </p:sp>
    </p:spTree>
    <p:extLst>
      <p:ext uri="{BB962C8B-B14F-4D97-AF65-F5344CB8AC3E}">
        <p14:creationId xmlns:p14="http://schemas.microsoft.com/office/powerpoint/2010/main" val="409280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F62A-0A48-24A6-0677-24075EEA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9DE6F-675C-D0A2-76E2-E4F7B57AB446}"/>
              </a:ext>
            </a:extLst>
          </p:cNvPr>
          <p:cNvSpPr txBox="1"/>
          <p:nvPr/>
        </p:nvSpPr>
        <p:spPr>
          <a:xfrm>
            <a:off x="993555" y="2841799"/>
            <a:ext cx="1020489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Sprintura Demo" pitchFamily="50" charset="0"/>
              </a:rPr>
              <a:t>Let's get to the project!</a:t>
            </a:r>
          </a:p>
        </p:txBody>
      </p:sp>
    </p:spTree>
    <p:extLst>
      <p:ext uri="{BB962C8B-B14F-4D97-AF65-F5344CB8AC3E}">
        <p14:creationId xmlns:p14="http://schemas.microsoft.com/office/powerpoint/2010/main" val="205905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69</TotalTime>
  <Words>41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Calibri,Sans-Serif</vt:lpstr>
      <vt:lpstr>Comic Sans MS</vt:lpstr>
      <vt:lpstr>Sprintura Demo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Илиян Христов Илиев</cp:lastModifiedBy>
  <cp:revision>321</cp:revision>
  <dcterms:created xsi:type="dcterms:W3CDTF">2025-12-07T19:01:27Z</dcterms:created>
  <dcterms:modified xsi:type="dcterms:W3CDTF">2026-04-05T06:27:08Z</dcterms:modified>
</cp:coreProperties>
</file>